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5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3460"/>
          </a:xfrm>
        </p:spPr>
        <p:txBody>
          <a:bodyPr>
            <a:normAutofit fontScale="90000"/>
          </a:bodyPr>
          <a:p>
            <a:pPr algn="ctr"/>
            <a:br>
              <a:rPr lang="en-US" b="1"/>
            </a:br>
            <a:br>
              <a:rPr lang="en-US" b="1"/>
            </a:br>
            <a:br>
              <a:rPr lang="en-US" b="1"/>
            </a:br>
            <a:br>
              <a:rPr lang="en-US" b="1"/>
            </a:br>
            <a:br>
              <a:rPr lang="en-US" b="1"/>
            </a:br>
            <a:r>
              <a:rPr lang="en-US" b="1"/>
              <a:t>SCET-MITWPU</a:t>
            </a:r>
            <a:br>
              <a:rPr lang="en-US" b="1"/>
            </a:br>
            <a:r>
              <a:rPr lang="en-US" sz="3110" b="1"/>
              <a:t>Title of Project</a:t>
            </a:r>
            <a:br>
              <a:rPr lang="en-US" sz="3110" b="1"/>
            </a:br>
            <a:r>
              <a:rPr lang="en-US" sz="3110" b="1"/>
              <a:t>Domain of Project</a:t>
            </a:r>
            <a:br>
              <a:rPr lang="en-US" sz="3110" b="1"/>
            </a:br>
            <a:r>
              <a:rPr lang="en-US" sz="3110" b="1"/>
              <a:t>Industry Supported/ In-House Project</a:t>
            </a:r>
            <a:endParaRPr lang="en-US" sz="3110" b="1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38200" y="4268470"/>
            <a:ext cx="5181600" cy="1661160"/>
          </a:xfrm>
        </p:spPr>
        <p:txBody>
          <a:bodyPr>
            <a:normAutofit lnSpcReduction="20000"/>
          </a:bodyPr>
          <a:p>
            <a:r>
              <a:rPr lang="en-US" sz="1800"/>
              <a:t>Names of Students with ERP nos :</a:t>
            </a:r>
            <a:endParaRPr lang="en-US" sz="1800"/>
          </a:p>
          <a:p>
            <a:r>
              <a:rPr lang="en-US" sz="1800"/>
              <a:t>Name of BTech Capstone Project Guide :</a:t>
            </a:r>
            <a:endParaRPr lang="en-US" sz="1800"/>
          </a:p>
          <a:p>
            <a:r>
              <a:rPr lang="en-US" sz="1800"/>
              <a:t>Is the project inhouse/industry sponsored :</a:t>
            </a:r>
            <a:endParaRPr lang="en-US" sz="1800"/>
          </a:p>
          <a:p>
            <a:r>
              <a:rPr lang="en-US" sz="1800"/>
              <a:t>Number of Time Students met the Project Guide :</a:t>
            </a:r>
            <a:endParaRPr lang="en-US" sz="1800"/>
          </a:p>
          <a:p>
            <a:r>
              <a:rPr lang="en-US" sz="1800"/>
              <a:t>Are the slides approved by Project Guide YES/NO</a:t>
            </a:r>
            <a:endParaRPr lang="en-US" sz="1800"/>
          </a:p>
          <a:p>
            <a:endParaRPr lang="en-US"/>
          </a:p>
          <a:p>
            <a:endParaRPr lang="en-US"/>
          </a:p>
        </p:txBody>
      </p:sp>
      <p:pic>
        <p:nvPicPr>
          <p:cNvPr id="100" name="Content Placeholder 99"/>
          <p:cNvPicPr/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417445" y="201295"/>
            <a:ext cx="7536180" cy="10737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 Literature Survey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Literature survey should be in Tabular form [ min. no of papers is 5 ]</a:t>
            </a:r>
            <a:endParaRPr lang="en-US"/>
          </a:p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graphicFrame>
        <p:nvGraphicFramePr>
          <p:cNvPr id="9" name="Table 8"/>
          <p:cNvGraphicFramePr/>
          <p:nvPr/>
        </p:nvGraphicFramePr>
        <p:xfrm>
          <a:off x="1233170" y="2523490"/>
          <a:ext cx="9648825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430"/>
                <a:gridCol w="2569845"/>
                <a:gridCol w="2065020"/>
                <a:gridCol w="1929765"/>
                <a:gridCol w="19297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Sr No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Publication Title with authors [ mention whether Journal or Conference paper]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Publication Year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Positive points of the Publication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Gaps in publication work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                    Problem Statement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Explain the Gaps in literature survey and justify the problem statement that will bridge that Gap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 Requirements Gathering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l">
              <a:buNone/>
            </a:pPr>
            <a:r>
              <a:rPr lang="en-US"/>
              <a:t>Identify the Requirements and Gather them as per Literature Survey done.</a:t>
            </a:r>
            <a:endParaRPr lang="en-US"/>
          </a:p>
          <a:p>
            <a:pPr marL="0" indent="0" algn="l">
              <a:buNone/>
            </a:pPr>
            <a:r>
              <a:rPr lang="en-US"/>
              <a:t>Also mention hardware and software requirements for the project and justify the same.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Project Timeline Diagram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Show the Project Time Line Diagram</a:t>
            </a:r>
            <a:endParaRPr lang="en-US"/>
          </a:p>
          <a:p>
            <a:pPr marL="0" indent="0">
              <a:buNone/>
            </a:pPr>
            <a:r>
              <a:rPr lang="en-US"/>
              <a:t>[ suitable graphical representation ]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Students will have to explain the same....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    System Design [ Entire system] - Team Approach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770" y="1825625"/>
            <a:ext cx="10908030" cy="435165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/>
              <a:t> Show the System Architecture [ High level and Low level Diagrams ]</a:t>
            </a:r>
            <a:endParaRPr lang="en-US"/>
          </a:p>
          <a:p>
            <a:pPr marL="0" indent="0">
              <a:buNone/>
            </a:pPr>
            <a:r>
              <a:rPr lang="en-US" sz="3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For entire System  :-</a:t>
            </a:r>
            <a:endParaRPr lang="en-US" sz="36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/>
              <a:t> UML diagram for depicting System Design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r>
              <a:rPr lang="en-US"/>
              <a:t>Use Case Diagram [ this would define </a:t>
            </a:r>
            <a:r>
              <a:rPr 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entire system</a:t>
            </a:r>
            <a:r>
              <a:rPr lang="en-US"/>
              <a:t> functionalities ]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r>
              <a:rPr lang="en-US"/>
              <a:t>Activity Diagrams [ is basically a flowchart to represent the flow from one activity to another activity for </a:t>
            </a:r>
            <a:r>
              <a:rPr 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entire system</a:t>
            </a:r>
            <a:r>
              <a:rPr lang="en-US"/>
              <a:t>]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r>
              <a:rPr lang="en-US"/>
              <a:t>Class Diagram [ depiction for </a:t>
            </a:r>
            <a:r>
              <a:rPr 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entire system</a:t>
            </a:r>
            <a:r>
              <a:rPr lang="en-US"/>
              <a:t> ]</a:t>
            </a:r>
            <a:endParaRPr lang="en-US"/>
          </a:p>
          <a:p>
            <a:pPr>
              <a:buFont typeface="Wingdings" panose="05000000000000000000" charset="0"/>
              <a:buChar char="Ø"/>
            </a:pPr>
            <a:r>
              <a:rPr lang="en-US"/>
              <a:t>Define the number of Modules of the Project eg. Project has Module 1,Module 2,Module 3,Module 4 [ 4 MODULES ]</a:t>
            </a:r>
            <a:endParaRPr lang="en-US"/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09575"/>
            <a:ext cx="10876915" cy="1416685"/>
          </a:xfrm>
        </p:spPr>
        <p:txBody>
          <a:bodyPr>
            <a:normAutofit fontScale="90000"/>
          </a:bodyPr>
          <a:p>
            <a:r>
              <a:rPr lang="en-US" sz="3110">
                <a:sym typeface="+mn-ea"/>
              </a:rPr>
              <a:t>System Design [ Individual Module wise]  - Individual approach</a:t>
            </a:r>
            <a:br>
              <a:rPr lang="en-US" sz="3110">
                <a:sym typeface="+mn-ea"/>
              </a:rPr>
            </a:br>
            <a:r>
              <a:rPr lang="en-US" sz="3110">
                <a:sym typeface="+mn-ea"/>
              </a:rPr>
              <a:t>[ THERE SHOULD BE INDIVIDUAL MEMBER UNIQUE SLIDES ]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315" y="1826260"/>
            <a:ext cx="11119485" cy="480377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For Individual Team member contribution</a:t>
            </a:r>
            <a:endParaRPr lang="en-US" sz="32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[ students must indentify which member is doing which module...eg. Mr ABC is doing Module 1]</a:t>
            </a:r>
            <a:endParaRPr lang="en-US" sz="32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sz="3200">
                <a:sym typeface="+mn-ea"/>
              </a:rPr>
              <a:t>Use Case Diagram [ this would define </a:t>
            </a:r>
            <a:r>
              <a:rPr lang="en-US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individual</a:t>
            </a:r>
            <a:r>
              <a:rPr lang="en-US" sz="3200">
                <a:sym typeface="+mn-ea"/>
              </a:rPr>
              <a:t> </a:t>
            </a:r>
            <a:r>
              <a:rPr lang="en-US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module wise system</a:t>
            </a:r>
            <a:r>
              <a:rPr lang="en-US" sz="3200">
                <a:sym typeface="+mn-ea"/>
              </a:rPr>
              <a:t> functionalities ]</a:t>
            </a:r>
            <a:endParaRPr lang="en-US" sz="3200"/>
          </a:p>
          <a:p>
            <a:pPr>
              <a:buFont typeface="Wingdings" panose="05000000000000000000" charset="0"/>
              <a:buChar char="Ø"/>
            </a:pPr>
            <a:r>
              <a:rPr lang="en-US" sz="3200">
                <a:sym typeface="+mn-ea"/>
              </a:rPr>
              <a:t>Activity Diagram [ is basically a flowchart to represent the flow from one activity to another activity for </a:t>
            </a:r>
            <a:r>
              <a:rPr lang="en-US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individual module </a:t>
            </a:r>
            <a:r>
              <a:rPr lang="en-US" sz="3200">
                <a:sym typeface="+mn-ea"/>
              </a:rPr>
              <a:t>of the  system]</a:t>
            </a:r>
            <a:endParaRPr lang="en-US" sz="3200"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sz="3200">
                <a:sym typeface="+mn-ea"/>
              </a:rPr>
              <a:t>Class Diagram [depiction for </a:t>
            </a:r>
            <a:r>
              <a:rPr lang="en-US" sz="32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individual module</a:t>
            </a:r>
            <a:r>
              <a:rPr lang="en-US" sz="3200">
                <a:sym typeface="+mn-ea"/>
              </a:rPr>
              <a:t> of system]</a:t>
            </a:r>
            <a:endParaRPr lang="en-US" sz="3200"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sz="3200"/>
              <a:t>Explain Individual Module dependencies with other Individual member modules</a:t>
            </a:r>
            <a:endParaRPr lang="en-US" sz="3200"/>
          </a:p>
          <a:p>
            <a:pPr marL="0" indent="0">
              <a:buNone/>
            </a:pPr>
            <a:endParaRPr lang="en-US" sz="32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sz="32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sz="32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Future Aspects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Explain the plan of next steps towards project completion... [ Only plan discussion is necessary ]</a:t>
            </a:r>
            <a:endParaRPr lang="en-US"/>
          </a:p>
          <a:p>
            <a:r>
              <a:rPr lang="en-US"/>
              <a:t>This must include : Implementation,Testing ,Deployment Strategies...discussion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Publication details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Details on Literature Review Paper </a:t>
            </a:r>
            <a:endParaRPr lang="en-US"/>
          </a:p>
          <a:p>
            <a:endParaRPr lang="en-US"/>
          </a:p>
          <a:p>
            <a:r>
              <a:rPr lang="en-US"/>
              <a:t>Details of Future planning for Implementation Paper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Thank you Slide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2446</Words>
  <Application>WPS Presentation</Application>
  <PresentationFormat>Widescreen</PresentationFormat>
  <Paragraphs>117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Wingdings</vt:lpstr>
      <vt:lpstr>Calibri Light</vt:lpstr>
      <vt:lpstr>Calibri</vt:lpstr>
      <vt:lpstr>Microsoft YaHei</vt:lpstr>
      <vt:lpstr>Arial Unicode MS</vt:lpstr>
      <vt:lpstr>Office Theme</vt:lpstr>
      <vt:lpstr>     SCET-MITWPU Title of Project Domain of Project Industry Supported/ In-House Project</vt:lpstr>
      <vt:lpstr> Literature Survey</vt:lpstr>
      <vt:lpstr>                    Problem Statement</vt:lpstr>
      <vt:lpstr> Requirements Gathering</vt:lpstr>
      <vt:lpstr>Project Timeline Diagram</vt:lpstr>
      <vt:lpstr>    System Design [ Entire system] - Team Approach</vt:lpstr>
      <vt:lpstr>System Design [ Individual Module wise]  - Individual approach [ THERE SHOULD BE INDIVIDUAL MEMBER UNIQUE SLIDES ] </vt:lpstr>
      <vt:lpstr>Future Aspects</vt:lpstr>
      <vt:lpstr>Publication details</vt:lpstr>
      <vt:lpstr>Thank you Slide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_x000B_    Title of Project Domain of Project</dc:title>
  <dc:creator/>
  <cp:lastModifiedBy>madhuraphatak17</cp:lastModifiedBy>
  <cp:revision>8</cp:revision>
  <dcterms:created xsi:type="dcterms:W3CDTF">2022-09-29T04:27:00Z</dcterms:created>
  <dcterms:modified xsi:type="dcterms:W3CDTF">2026-03-05T11:12:34Z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67FF62CB21DC4442B1DD5DEEA7314E42_13</vt:lpwstr>
  </property>
  <property fmtid="{D5CDD505-2E9C-101B-9397-08002B2CF9AE}" pid="3" name="KSOProductBuildVer">
    <vt:lpwstr>1033-12.2.0.23196</vt:lpwstr>
  </property>
</Properties>
</file>